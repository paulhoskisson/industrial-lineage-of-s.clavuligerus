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52"/>
    <p:restoredTop sz="94206"/>
  </p:normalViewPr>
  <p:slideViewPr>
    <p:cSldViewPr snapToGrid="0">
      <p:cViewPr varScale="1">
        <p:scale>
          <a:sx n="69" d="100"/>
          <a:sy n="69" d="100"/>
        </p:scale>
        <p:origin x="1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982DA-55E7-79EB-731A-924C193F4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DEB5C-3021-26CD-E052-C8D851131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6CA7F-E5C5-1089-D9E7-DF94EEDE1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9709-3B67-4E4C-BF3C-94E569AA421F}" type="datetimeFigureOut">
              <a:rPr lang="en-US" smtClean="0"/>
              <a:t>2/13/23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7A92D-C5E5-77D9-A9B3-86CB45838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31D41-BD1E-69C4-E273-6253136D6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09F6-4F7D-9A4F-970A-B3DD05F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8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5417-B168-704D-4F92-C052001A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09EC4-B4A8-1F86-9980-141ED808F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EF7AB-9664-C048-99FF-F700C9CE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9709-3B67-4E4C-BF3C-94E569AA421F}" type="datetimeFigureOut">
              <a:rPr lang="en-US" smtClean="0"/>
              <a:t>2/13/23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5EFC-308C-9BE0-33E6-D7683798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348D9-406D-6500-FA4D-566088F2B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09F6-4F7D-9A4F-970A-B3DD05F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982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ED345-D764-C3B6-AA6A-9DB8957F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17C90-EFAE-8621-8CEF-6CB14FCA9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423A7-16EA-36F2-0F82-B9A2CB7F7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9709-3B67-4E4C-BF3C-94E569AA421F}" type="datetimeFigureOut">
              <a:rPr lang="en-US" smtClean="0"/>
              <a:t>2/13/23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082A7-D6DE-DC02-248D-6FFDD0674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09B86-1B23-9FE6-29A4-26919456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09F6-4F7D-9A4F-970A-B3DD05F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095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724AC-C38A-DF5E-A234-4359FEB3F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A5B05-BC66-43B1-8D57-7CC1C85A8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72CF6-96B2-5745-39A8-446682693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872F0-9838-90D9-E489-20DC780AA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9709-3B67-4E4C-BF3C-94E569AA421F}" type="datetimeFigureOut">
              <a:rPr lang="en-US" smtClean="0"/>
              <a:t>2/13/23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54BB4-469C-8A7D-500C-793D74A56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16A9F-6711-095B-1193-0FF6D2870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09F6-4F7D-9A4F-970A-B3DD05F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0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C21AB-760A-0F6F-3FE3-AC280A61B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E6853-02AB-EBE3-EF2C-5D2D1F29B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9EB4B-78E3-FDBB-F1E7-D868F18DA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0EEE4-EC67-F75A-668E-B318B7D02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34502-3BE6-FAB2-4C67-37CD8AC627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CBC4E4-7730-CBAA-8ECD-0A9C5C563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9709-3B67-4E4C-BF3C-94E569AA421F}" type="datetimeFigureOut">
              <a:rPr lang="en-US" smtClean="0"/>
              <a:t>2/13/23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08A3D6-471D-C3DF-4ED5-F8A427443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F31C05-ABBD-37AB-E87E-68ACACD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09F6-4F7D-9A4F-970A-B3DD05F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027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34EB2-0801-1A2D-5D1C-9876401C9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5D8FF9-6EF4-B685-9024-3651F9F54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9709-3B67-4E4C-BF3C-94E569AA421F}" type="datetimeFigureOut">
              <a:rPr lang="en-US" smtClean="0"/>
              <a:t>2/13/23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8C672E-6F6C-6F19-85EB-E10E61CE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118A2-2119-5F34-8EC8-CEF35FBA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09F6-4F7D-9A4F-970A-B3DD05F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92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188674-0090-4F34-AA0A-2DC10476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9709-3B67-4E4C-BF3C-94E569AA421F}" type="datetimeFigureOut">
              <a:rPr lang="en-US" smtClean="0"/>
              <a:t>2/13/23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B34F19-EF34-33CB-D369-8B4CA4EC3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13E81-22CF-2525-4DF2-2031B1462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09F6-4F7D-9A4F-970A-B3DD05F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74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AF2AD-BB40-B3D8-0E04-C7A714208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2A72D-612A-BA57-BB38-5680C5559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E5E60-C552-12BA-B2E7-7310DD8A4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A0DF3-8FDE-4F39-3B01-6F67A8A6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9709-3B67-4E4C-BF3C-94E569AA421F}" type="datetimeFigureOut">
              <a:rPr lang="en-US" smtClean="0"/>
              <a:t>2/13/23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10D2B-6C01-6AC0-55BB-5697E61A5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E1979-1F16-5553-BDED-F11F66113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09F6-4F7D-9A4F-970A-B3DD05F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217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6F552-A5E9-0546-BCFD-667D9F885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F655C2-6A72-2CF6-62E8-227D13589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219B9-9610-D81E-F21C-1AFBF4CC3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3FC22-A38A-6CF0-6A42-AD8B92F65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9709-3B67-4E4C-BF3C-94E569AA421F}" type="datetimeFigureOut">
              <a:rPr lang="en-US" smtClean="0"/>
              <a:t>2/13/23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9CFED-C297-BA0C-00AD-87DF49EB0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DB5F6-B8C7-4BE0-C50F-F583FDF35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09F6-4F7D-9A4F-970A-B3DD05F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00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4D39E-34B2-1E5F-6959-C9BC9C0ED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E9FA8-3DE0-A5EC-CF70-4C9A65CA2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FFF5C-0157-B4DB-3889-9EC54F27C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9709-3B67-4E4C-BF3C-94E569AA421F}" type="datetimeFigureOut">
              <a:rPr lang="en-US" smtClean="0"/>
              <a:t>2/13/23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2C733-01D5-DEA6-E3F5-6070D2E2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07DF8-A665-8466-CF44-82CAD599C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09F6-4F7D-9A4F-970A-B3DD05F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18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56935D-71D1-6350-D5E6-F54BD2BC1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AB4BE-BE54-D2F6-9DDF-C7E9676EB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52A19-B731-A895-97F5-CB712A68F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9709-3B67-4E4C-BF3C-94E569AA421F}" type="datetimeFigureOut">
              <a:rPr lang="en-US" smtClean="0"/>
              <a:t>2/13/23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5D05E-C683-F709-496D-34B0393FE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E1792-E9C4-DD72-18F2-00BFD920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09F6-4F7D-9A4F-970A-B3DD05F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34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68F85-24AC-6A1E-8FA7-EDC4447BC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2636E-6DF3-23C8-6D4E-E619D2A89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1D1D8-9A45-C791-5920-7DF18EC3D3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39709-3B67-4E4C-BF3C-94E569AA421F}" type="datetimeFigureOut">
              <a:rPr lang="en-US" smtClean="0"/>
              <a:t>2/13/23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3EBD4-9C6B-AB50-4CE4-28C6BB563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C207B-F0AE-E097-BB97-55F73F7D6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409F6-4F7D-9A4F-970A-B3DD05FE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65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391553-65CF-A588-7D48-19BE255BA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07141" cy="34071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D0D298-B69A-D298-3D58-8A9DDA74C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7517" y="43542"/>
            <a:ext cx="3880779" cy="34071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FA0803-4DDF-2598-D1C4-C5C5B643C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9152" y="43542"/>
            <a:ext cx="3951851" cy="33635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C7E57A-AD7D-A56E-D8AC-7ADD720044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03601"/>
            <a:ext cx="3758550" cy="34071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FD0621-D7B0-F949-077F-8F4A006C5B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8631" y="3417339"/>
            <a:ext cx="3758550" cy="33796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452B3B-F3E2-3123-FEFC-EF0410B463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6080" y="3389862"/>
            <a:ext cx="3758550" cy="340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46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48304-A09F-D19A-51F2-2EAC03D01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24" y="683467"/>
            <a:ext cx="5491065" cy="54910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4D4AC3-4F0F-F32C-E58D-A76BD60B2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472" y="683467"/>
            <a:ext cx="6155903" cy="549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239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Bruce</dc:creator>
  <cp:lastModifiedBy>John Bruce</cp:lastModifiedBy>
  <cp:revision>2</cp:revision>
  <dcterms:created xsi:type="dcterms:W3CDTF">2023-02-09T13:15:26Z</dcterms:created>
  <dcterms:modified xsi:type="dcterms:W3CDTF">2023-02-13T09:58:23Z</dcterms:modified>
</cp:coreProperties>
</file>